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15083-9407-4929-ABB5-8F4DC1D9D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7B05E2-D8C1-4D32-AF1F-0427901E3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F38423-67F5-489B-95C1-3B34147B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F5E0C9-0990-495E-BC58-59F1A960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0EBB11-69FC-4075-AAA8-4B190DD3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38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B69A3-B17E-43B8-BEBD-806AC769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2176A-A607-4570-9512-76692A514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233D4E-097C-4CF1-9BB6-07E2E1D5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C2F6C5-6F28-4595-99BF-941CB436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A38E26-1795-45D0-A0BE-E868E0F7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64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2DC0-0695-443E-8AEC-9161D9D8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0F33AF-F740-4747-B8AB-431557969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AC7ED-4808-4EA5-8DC7-15308049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3BAE2-A5F4-4894-B623-909BAC54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5E23B-153A-46CD-AEA4-446E9A1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86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3B305-EAD9-45E3-9EA8-E7A6F621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19F52E-B57F-4637-B261-4E392F777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F4A1FB-D1E7-45EE-9FB7-F4CE0F8AC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12D27-0235-4385-95AC-9754E0EF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1C4220-2450-4810-BD30-CD0CDFB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E12263-BB80-4422-9F3A-04896614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04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34D41-60DC-49A0-ADFF-E989F710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E4B830-F0C5-41CC-AE8E-E19DE9C3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6C3DD1-1976-4E51-B33E-FA74CAFAB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F7294C5-67F0-447D-B942-FA80B44BD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C16D62-F651-4438-B0B4-FD4ADF4FF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056176-8EAC-4738-8690-945FDBAF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4BDC2CC-E87E-443B-9CEA-EC0DD444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CE9EB5-C741-415F-9E4C-42715F79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90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804DF-1E3F-4163-AF5D-FD33CDC9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209032-A7BF-4008-ABC0-04414D4B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14943F-1975-4735-A44A-3176FEA6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AC4DBB-D64C-4CC7-8ED2-1CA773B2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74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08B309-73BE-4DDF-BC0C-A7DC6B04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7E5EEB-8366-46BE-888A-C6FD92AA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5EEF61-7C0E-4B4A-A6E3-9A541F1C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56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34C4E-51F7-421A-A6E0-470FEBDA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676E7-FE1B-4EEA-87B5-40D20711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0AF601-37F0-40CF-A987-974642047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3654BC-DB17-498D-BAF3-A216A752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C4B768-A6C1-410B-ABD6-9815CD8F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F8F8A5-A6B1-4C01-9F93-E402FD2C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95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BA099-4523-42AC-92A9-746D5D86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52EF20-EA65-48D9-916D-F5FC6B860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757384-ED67-44DA-919F-55C67F981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960DED-DE77-444B-AD3E-4DFB5F46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EDD853-B68F-4DF8-8E35-BC8DC44B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9752D4-025D-441C-8A1E-8E956F9B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91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F974-47A7-49F8-B8BC-A9FDE80A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2E238C-08E0-4AC4-911B-CD70FBBB5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730A53-8F88-4A55-B6EB-CF87F6BC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0E983-16A0-41F9-B1B0-CC114808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AEA0C-EC0B-48C2-AABF-25C28F29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05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19970-D14F-4B01-9A3D-E7393023F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B57960-10F0-46A8-935F-791C35220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82B0E2-50C7-45D6-AE9A-EA5670D1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7E3999-77A9-494B-88AD-271154F0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1C84C-88AD-4535-A311-85815434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08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1B1168-BD2D-4A51-92C4-287CBEAE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13E889-A000-4BC6-B833-D93268FFA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7C1FF6-9556-484D-A0CE-0B24B8125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71218-3864-42FE-9015-09EDBCCC08C2}" type="datetimeFigureOut">
              <a:rPr lang="pt-BR" smtClean="0"/>
              <a:t>22/09/2020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6FB4E-467E-4A81-9458-A598694C1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93867E-DD6A-4779-B1FB-8037697FC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8112B-AB3F-4E6C-825B-886B7D3040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64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2E6475-B285-491E-817F-809986DD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Multiplicação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927E10-DF9C-49F5-BB5E-EFAA5B5B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6AEE63-78CE-4654-9B34-53A71B59B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2" y="1002596"/>
            <a:ext cx="6412375" cy="45199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DF0D03F-4C20-4D30-91B8-ED590C7A7449}"/>
                  </a:ext>
                </a:extLst>
              </p:cNvPr>
              <p:cNvSpPr txBox="1"/>
              <p:nvPr/>
            </p:nvSpPr>
            <p:spPr>
              <a:xfrm>
                <a:off x="6981245" y="3448301"/>
                <a:ext cx="3434964" cy="859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C</a:t>
                </a:r>
                <a:r>
                  <a:rPr lang="pt-BR" baseline="-25000" dirty="0"/>
                  <a:t>21 </a:t>
                </a:r>
                <a:r>
                  <a:rPr lang="pt-BR" dirty="0"/>
                  <a:t>= A</a:t>
                </a:r>
                <a:r>
                  <a:rPr lang="pt-BR" baseline="-25000" dirty="0"/>
                  <a:t>21</a:t>
                </a:r>
                <a:r>
                  <a:rPr lang="pt-BR" dirty="0"/>
                  <a:t> * B</a:t>
                </a:r>
                <a:r>
                  <a:rPr lang="pt-BR" baseline="-25000" dirty="0"/>
                  <a:t>11</a:t>
                </a:r>
                <a:r>
                  <a:rPr lang="pt-BR" dirty="0"/>
                  <a:t> + A</a:t>
                </a:r>
                <a:r>
                  <a:rPr lang="pt-BR" baseline="-25000" dirty="0"/>
                  <a:t>22</a:t>
                </a:r>
                <a:r>
                  <a:rPr lang="pt-BR" dirty="0"/>
                  <a:t> * B</a:t>
                </a:r>
                <a:r>
                  <a:rPr lang="pt-BR" baseline="-25000" dirty="0"/>
                  <a:t>21</a:t>
                </a:r>
              </a:p>
              <a:p>
                <a:endParaRPr lang="pt-BR" baseline="-25000" dirty="0"/>
              </a:p>
              <a:p>
                <a:r>
                  <a:rPr lang="pt-BR" dirty="0"/>
                  <a:t>C</a:t>
                </a:r>
                <a:r>
                  <a:rPr lang="pt-BR" baseline="-25000" dirty="0"/>
                  <a:t>21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BR" dirty="0" smtClean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pt-BR" baseline="-25000" dirty="0" smtClean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pt-BR" b="0" i="0" baseline="-25000" dirty="0" smtClean="0"/>
                              <m:t>k</m:t>
                            </m:r>
                            <m:r>
                              <m:rPr>
                                <m:nor/>
                              </m:rPr>
                              <a:rPr lang="pt-BR" dirty="0" smtClean="0"/>
                              <m:t> * </m:t>
                            </m:r>
                            <m:r>
                              <m:rPr>
                                <m:nor/>
                              </m:rPr>
                              <a:rPr lang="pt-BR" dirty="0" smtClean="0"/>
                              <m:t>Bk</m:t>
                            </m:r>
                            <m:r>
                              <m:rPr>
                                <m:nor/>
                              </m:rPr>
                              <a:rPr lang="pt-BR" b="0" i="0" baseline="-25000" dirty="0" smtClean="0"/>
                              <m:t>1 </m:t>
                            </m:r>
                          </m:e>
                          <m:sup/>
                        </m:sSup>
                      </m:e>
                    </m:nary>
                  </m:oMath>
                </a14:m>
                <a:endParaRPr lang="pt-BR" baseline="-250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DF0D03F-4C20-4D30-91B8-ED590C7A7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245" y="3448301"/>
                <a:ext cx="3434964" cy="859210"/>
              </a:xfrm>
              <a:prstGeom prst="rect">
                <a:avLst/>
              </a:prstGeom>
              <a:blipFill>
                <a:blip r:embed="rId3"/>
                <a:stretch>
                  <a:fillRect l="-1418" t="-4255" b="-79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AE7FB87D-AC70-41EC-AA86-1362F70D84D6}"/>
                  </a:ext>
                </a:extLst>
              </p:cNvPr>
              <p:cNvSpPr txBox="1"/>
              <p:nvPr/>
            </p:nvSpPr>
            <p:spPr>
              <a:xfrm>
                <a:off x="7737702" y="5510683"/>
                <a:ext cx="2595017" cy="400110"/>
              </a:xfrm>
              <a:prstGeom prst="rect">
                <a:avLst/>
              </a:prstGeom>
              <a:noFill/>
              <a:ln w="412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dirty="0"/>
                  <a:t>C</a:t>
                </a:r>
                <a:r>
                  <a:rPr lang="pt-BR" baseline="-25000" dirty="0" err="1"/>
                  <a:t>ij</a:t>
                </a:r>
                <a:r>
                  <a:rPr lang="pt-BR" baseline="-25000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pt-BR" dirty="0" smtClean="0"/>
                              <m:t>A</m:t>
                            </m:r>
                            <m:r>
                              <m:rPr>
                                <m:nor/>
                              </m:rPr>
                              <a:rPr lang="pt-BR" b="0" i="0" baseline="-25000" dirty="0" smtClean="0"/>
                              <m:t>ik</m:t>
                            </m:r>
                            <m:r>
                              <m:rPr>
                                <m:nor/>
                              </m:rPr>
                              <a:rPr lang="pt-BR" dirty="0" smtClean="0"/>
                              <m:t> ∗ </m:t>
                            </m:r>
                            <m:r>
                              <m:rPr>
                                <m:nor/>
                              </m:rPr>
                              <a:rPr lang="pt-BR" dirty="0" smtClean="0"/>
                              <m:t>Bkj</m:t>
                            </m:r>
                          </m:e>
                          <m:sup/>
                        </m:sSup>
                      </m:e>
                    </m:nary>
                  </m:oMath>
                </a14:m>
                <a:endParaRPr lang="pt-BR" baseline="-25000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AE7FB87D-AC70-41EC-AA86-1362F70D8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702" y="5510683"/>
                <a:ext cx="2595017" cy="400110"/>
              </a:xfrm>
              <a:prstGeom prst="rect">
                <a:avLst/>
              </a:prstGeom>
              <a:blipFill>
                <a:blip r:embed="rId4"/>
                <a:stretch>
                  <a:fillRect t="-91781" b="-145205"/>
                </a:stretch>
              </a:blipFill>
              <a:ln w="412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70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Multiplicação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Kézia Dantas</dc:creator>
  <cp:lastModifiedBy>Kézia Dantas</cp:lastModifiedBy>
  <cp:revision>5</cp:revision>
  <dcterms:created xsi:type="dcterms:W3CDTF">2020-09-22T18:03:58Z</dcterms:created>
  <dcterms:modified xsi:type="dcterms:W3CDTF">2020-09-22T18:33:13Z</dcterms:modified>
</cp:coreProperties>
</file>