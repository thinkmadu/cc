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81967" autoAdjust="0"/>
  </p:normalViewPr>
  <p:slideViewPr>
    <p:cSldViewPr snapToGrid="0">
      <p:cViewPr varScale="1">
        <p:scale>
          <a:sx n="60" d="100"/>
          <a:sy n="60" d="100"/>
        </p:scale>
        <p:origin x="109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0CDD-8BEB-4CC6-9196-6840DA90283F}" type="datetimeFigureOut">
              <a:rPr lang="pt-BR" smtClean="0"/>
              <a:t>09/05/2023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B113-61AE-45AE-B413-2851393841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27407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0CDD-8BEB-4CC6-9196-6840DA90283F}" type="datetimeFigureOut">
              <a:rPr lang="pt-BR" smtClean="0"/>
              <a:t>09/05/2023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B113-61AE-45AE-B413-2851393841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683171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0CDD-8BEB-4CC6-9196-6840DA90283F}" type="datetimeFigureOut">
              <a:rPr lang="pt-BR" smtClean="0"/>
              <a:t>09/05/2023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B113-61AE-45AE-B413-2851393841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98809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0CDD-8BEB-4CC6-9196-6840DA90283F}" type="datetimeFigureOut">
              <a:rPr lang="pt-BR" smtClean="0"/>
              <a:t>09/05/2023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B113-61AE-45AE-B413-2851393841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05519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0CDD-8BEB-4CC6-9196-6840DA90283F}" type="datetimeFigureOut">
              <a:rPr lang="pt-BR" smtClean="0"/>
              <a:t>09/05/2023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B113-61AE-45AE-B413-2851393841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593046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0CDD-8BEB-4CC6-9196-6840DA90283F}" type="datetimeFigureOut">
              <a:rPr lang="pt-BR" smtClean="0"/>
              <a:t>09/05/2023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B113-61AE-45AE-B413-2851393841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31246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0CDD-8BEB-4CC6-9196-6840DA90283F}" type="datetimeFigureOut">
              <a:rPr lang="pt-BR" smtClean="0"/>
              <a:t>09/05/2023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B113-61AE-45AE-B413-2851393841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84166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0CDD-8BEB-4CC6-9196-6840DA90283F}" type="datetimeFigureOut">
              <a:rPr lang="pt-BR" smtClean="0"/>
              <a:t>09/05/2023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B113-61AE-45AE-B413-2851393841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45384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0CDD-8BEB-4CC6-9196-6840DA90283F}" type="datetimeFigureOut">
              <a:rPr lang="pt-BR" smtClean="0"/>
              <a:t>09/05/2023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B113-61AE-45AE-B413-2851393841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662819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0CDD-8BEB-4CC6-9196-6840DA90283F}" type="datetimeFigureOut">
              <a:rPr lang="pt-BR" smtClean="0"/>
              <a:t>09/05/2023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B113-61AE-45AE-B413-2851393841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569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390CDD-8BEB-4CC6-9196-6840DA90283F}" type="datetimeFigureOut">
              <a:rPr lang="pt-BR" smtClean="0"/>
              <a:t>09/05/2023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0AB113-61AE-45AE-B413-2851393841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77859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D390CDD-8BEB-4CC6-9196-6840DA90283F}" type="datetimeFigureOut">
              <a:rPr lang="pt-BR" smtClean="0"/>
              <a:t>09/05/2023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0AB113-61AE-45AE-B413-285139384139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954011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 smtClean="0"/>
              <a:t>Distribuição Exponencial</a:t>
            </a:r>
            <a:endParaRPr lang="pt-BR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161393" y="3649334"/>
            <a:ext cx="9144000" cy="1655762"/>
          </a:xfrm>
        </p:spPr>
        <p:txBody>
          <a:bodyPr/>
          <a:lstStyle/>
          <a:p>
            <a:r>
              <a:rPr lang="pt-BR" dirty="0" smtClean="0"/>
              <a:t>Definições e conceitos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3302030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3952" t="22768" r="44443" b="22946"/>
          <a:stretch/>
        </p:blipFill>
        <p:spPr>
          <a:xfrm>
            <a:off x="600893" y="370384"/>
            <a:ext cx="10593976" cy="62656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56699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4051" t="21518" r="34505" b="24018"/>
          <a:stretch/>
        </p:blipFill>
        <p:spPr>
          <a:xfrm>
            <a:off x="574765" y="561702"/>
            <a:ext cx="11480581" cy="5721532"/>
          </a:xfrm>
          <a:prstGeom prst="rect">
            <a:avLst/>
          </a:prstGeom>
        </p:spPr>
      </p:pic>
      <p:sp>
        <p:nvSpPr>
          <p:cNvPr id="3" name="Elipse 2"/>
          <p:cNvSpPr/>
          <p:nvPr/>
        </p:nvSpPr>
        <p:spPr>
          <a:xfrm>
            <a:off x="11469188" y="705395"/>
            <a:ext cx="418011" cy="404949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Elipse 3"/>
          <p:cNvSpPr/>
          <p:nvPr/>
        </p:nvSpPr>
        <p:spPr>
          <a:xfrm>
            <a:off x="11046823" y="5682342"/>
            <a:ext cx="1036320" cy="648789"/>
          </a:xfrm>
          <a:prstGeom prst="ellipse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36546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3751" t="22768" r="34204" b="16876"/>
          <a:stretch/>
        </p:blipFill>
        <p:spPr>
          <a:xfrm>
            <a:off x="415740" y="574765"/>
            <a:ext cx="11262454" cy="5590904"/>
          </a:xfrm>
          <a:prstGeom prst="rect">
            <a:avLst/>
          </a:prstGeom>
        </p:spPr>
      </p:pic>
      <p:sp>
        <p:nvSpPr>
          <p:cNvPr id="3" name="Retângulo 2"/>
          <p:cNvSpPr/>
          <p:nvPr/>
        </p:nvSpPr>
        <p:spPr>
          <a:xfrm>
            <a:off x="10620103" y="5316583"/>
            <a:ext cx="966651" cy="796835"/>
          </a:xfrm>
          <a:prstGeom prst="rect">
            <a:avLst/>
          </a:prstGeom>
          <a:solidFill>
            <a:schemeClr val="bg2"/>
          </a:solidFill>
          <a:ln>
            <a:solidFill>
              <a:schemeClr val="bg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526714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4353" t="21518" r="39726" b="28839"/>
          <a:stretch/>
        </p:blipFill>
        <p:spPr>
          <a:xfrm>
            <a:off x="300445" y="326570"/>
            <a:ext cx="11620680" cy="579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614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3449" t="24375" r="34807" b="30268"/>
          <a:stretch/>
        </p:blipFill>
        <p:spPr>
          <a:xfrm>
            <a:off x="259080" y="914400"/>
            <a:ext cx="11732624" cy="484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4249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4360" t="24005" r="47299" b="34375"/>
          <a:stretch/>
        </p:blipFill>
        <p:spPr>
          <a:xfrm>
            <a:off x="536027" y="1208313"/>
            <a:ext cx="10893973" cy="44988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2698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4238" t="21875" r="36025" b="34806"/>
          <a:stretch/>
        </p:blipFill>
        <p:spPr>
          <a:xfrm>
            <a:off x="409903" y="851338"/>
            <a:ext cx="11445924" cy="4666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77272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r="38" b="9160"/>
          <a:stretch/>
        </p:blipFill>
        <p:spPr>
          <a:xfrm>
            <a:off x="394138" y="217244"/>
            <a:ext cx="11366609" cy="624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672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/>
          <p:cNvPicPr>
            <a:picLocks noChangeAspect="1"/>
          </p:cNvPicPr>
          <p:nvPr/>
        </p:nvPicPr>
        <p:blipFill rotWithShape="1">
          <a:blip r:embed="rId2"/>
          <a:srcRect l="122" t="3449" r="6339" b="6788"/>
          <a:stretch/>
        </p:blipFill>
        <p:spPr>
          <a:xfrm>
            <a:off x="604674" y="409904"/>
            <a:ext cx="11093341" cy="59851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04102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5</Words>
  <Application>Microsoft Office PowerPoint</Application>
  <PresentationFormat>Widescreen</PresentationFormat>
  <Paragraphs>2</Paragraphs>
  <Slides>10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Tema do Office</vt:lpstr>
      <vt:lpstr>Distribuição Exponencial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janainacer@outlook.com</dc:creator>
  <cp:lastModifiedBy>janainacer@outlook.com</cp:lastModifiedBy>
  <cp:revision>4</cp:revision>
  <dcterms:created xsi:type="dcterms:W3CDTF">2023-05-09T12:44:10Z</dcterms:created>
  <dcterms:modified xsi:type="dcterms:W3CDTF">2023-05-09T21:05:43Z</dcterms:modified>
</cp:coreProperties>
</file>